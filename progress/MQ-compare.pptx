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NATS</c:v>
                </c:pt>
                <c:pt idx="1">
                  <c:v>RabbitMQ</c:v>
                </c:pt>
                <c:pt idx="2">
                  <c:v>Kafka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1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Messages/sec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RabbitMQ</c:v>
                </c:pt>
                <c:pt idx="1">
                  <c:v>Kafka</c:v>
                </c:pt>
                <c:pt idx="2">
                  <c:v>NATS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</c:v>
                </c:pt>
                <c:pt idx="1">
                  <c:v>1000000</c:v>
                </c:pt>
                <c:pt idx="2">
                  <c:v>5000000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Messaging Systems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RabbitMQ vs Kafka vs NATS</a:t>
            </a:r>
          </a:p>
          <a:p>
            <a:r>
              <a:t>On-Prem | Low Latency | Production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RabbitMQ: Traditional message broker</a:t>
            </a:r>
          </a:p>
          <a:p>
            <a:r>
              <a:t>Kafka: Distributed event streaming platform</a:t>
            </a:r>
          </a:p>
          <a:p>
            <a:r>
              <a:t>NATS: Lightweight ultra-low latency messaging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NATS: ~200–400 µs (sub-ms)</a:t>
            </a:r>
          </a:p>
          <a:p>
            <a:r>
              <a:t>RabbitMQ: &lt;1 ms (low load)</a:t>
            </a:r>
          </a:p>
          <a:p>
            <a:r>
              <a:t>Kafka: ~5–10 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Millions msg/sec</a:t>
            </a:r>
          </a:p>
          <a:p>
            <a:r>
              <a:t>NATS: Millions msg/sec</a:t>
            </a:r>
          </a:p>
          <a:p>
            <a:r>
              <a:t>RabbitMQ: Thousands msg/sec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Strong (disk-based log)</a:t>
            </a:r>
          </a:p>
          <a:p>
            <a:r>
              <a:t>RabbitMQ: Strong (ack + persistence)</a:t>
            </a:r>
          </a:p>
          <a:p>
            <a:r>
              <a:t>NATS: Optional (JetStream)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Partitioned distributed log</a:t>
            </a:r>
          </a:p>
          <a:p>
            <a:r>
              <a:t>RabbitMQ: Broker-based queues</a:t>
            </a:r>
          </a:p>
          <a:p>
            <a:r>
              <a:t>NATS: Lightweight pub/sub with optional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Java, C#, Python, Go, Node.js</a:t>
            </a:r>
          </a:p>
          <a:p>
            <a:r>
              <a:t>RabbitMQ: Java, C#, Python, Node.js, PHP</a:t>
            </a:r>
          </a:p>
          <a:p>
            <a:r>
              <a:t>NATS: Java, C#, Go, Python, Node.js, 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On-Prem Deployment (Standalone)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Cluster setup (Zookeeper/KRaft)</a:t>
            </a:r>
          </a:p>
          <a:p>
            <a:r>
              <a:t>RabbitMQ: Single node or cluster</a:t>
            </a:r>
          </a:p>
          <a:p>
            <a:r>
              <a:t>NATS: Single binary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On-Prem Deployment (Microservices)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Event backbone for services</a:t>
            </a:r>
          </a:p>
          <a:p>
            <a:r>
              <a:t>RabbitMQ: Task queues between services</a:t>
            </a:r>
          </a:p>
          <a:p>
            <a:r>
              <a:t>NATS: Service-to-service real-time messaging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Scalable, durable, replay</a:t>
            </a:r>
          </a:p>
          <a:p>
            <a:r>
              <a:t>RabbitMQ: Flexible routing, easy</a:t>
            </a:r>
          </a:p>
          <a:p>
            <a:r>
              <a:t>NATS: Ultra-fast, simple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Complex setup</a:t>
            </a:r>
          </a:p>
          <a:p>
            <a:r>
              <a:t>RabbitMQ: Limited scale</a:t>
            </a:r>
          </a:p>
          <a:p>
            <a:r>
              <a:t>NATS: Limited persistence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Kafka: Event streaming, analytics</a:t>
            </a:r>
          </a:p>
          <a:p>
            <a:r>
              <a:t>RabbitMQ: Work queues, jobs</a:t>
            </a:r>
          </a:p>
          <a:p>
            <a:r>
              <a:t>NATS: Real-time systems, microservices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latency → NATS</a:t>
            </a:r>
          </a:p>
          <a:p>
            <a:r>
              <a:t>Durability + scale → Kafka</a:t>
            </a:r>
          </a:p>
          <a:p>
            <a:r>
              <a:t>Workflow → RabbitMQ</a:t>
            </a:r>
          </a:p>
          <a:p>
            <a:r>
              <a:t>Best: Hybrid (Kafka + NATS)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Producers → Kafka Brokers (Cluster) → Consumers</a:t>
            </a:r>
          </a:p>
          <a:p>
            <a:r>
              <a:t>Partitioned topics, distributed log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RabbitMQ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Producers → Exchange → Queue → Consumers</a:t>
            </a:r>
          </a:p>
          <a:p>
            <a:r>
              <a:t>Flexible routing (direct, topic, fanout)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NATS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Publishers → NATS Server → Subscribers</a:t>
            </a:r>
          </a:p>
          <a:p>
            <a:r>
              <a:t>Lightweight pub/sub, optional JetStream persistence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Comparison (lower is better)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Comparison (higher is better)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